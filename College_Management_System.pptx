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06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514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– Console Based with MySQL  |  Java Application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0972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4996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and technology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2412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2412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097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30368" y="10972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0016" y="14996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&amp;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02996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02996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2103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" y="2505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functional modules at a glance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02996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02996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0368" y="21031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2505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Faculty, Student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03580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03580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6968" y="31089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" y="3511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relationships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03580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035808"/>
            <a:ext cx="64008" cy="82296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30368" y="31089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0016" y="3511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&amp;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Scope · Technology Stack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College Management System?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64008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connected to MySQL for managing academic &amp; administrative activities including students, faculty, courses, exams, attendance and library.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783080"/>
            <a:ext cx="4160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783080"/>
            <a:ext cx="64008" cy="30632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1874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Key Functionalities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" y="2221992"/>
            <a:ext cx="3977640" cy="253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(Admin / Faculty / Student)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faculty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creation &amp; enrollment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scheduling &amp; result 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attendance tracking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study material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&amp; notifications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4160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783080"/>
            <a:ext cx="64008" cy="3063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874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0016" y="2221992"/>
            <a:ext cx="3977640" cy="253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Tool: Apache Maven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Eclipse 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Menu-driven Console (CLI)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Layered (Controller / Service / DAO / Model)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with clean separation of concerns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DAO →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64008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078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081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input from the console menu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755648"/>
            <a:ext cx="0" cy="100584"/>
          </a:xfrm>
          <a:prstGeom prst="line">
            <a:avLst/>
          </a:prstGeom>
          <a:noFill/>
          <a:ln w="19050">
            <a:solidFill>
              <a:srgbClr val="7090A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71600" y="1856232"/>
            <a:ext cx="6400800" cy="74980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929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2585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and validation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0" cy="100584"/>
          </a:xfrm>
          <a:prstGeom prst="line">
            <a:avLst/>
          </a:prstGeom>
          <a:noFill/>
          <a:ln w="19050">
            <a:solidFill>
              <a:srgbClr val="7090A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71600" y="2706624"/>
            <a:ext cx="6400800" cy="749808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108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operations (CRUD via JDBC)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456432"/>
            <a:ext cx="0" cy="100584"/>
          </a:xfrm>
          <a:prstGeom prst="line">
            <a:avLst/>
          </a:prstGeom>
          <a:noFill/>
          <a:ln w="19050">
            <a:solidFill>
              <a:srgbClr val="7090A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371600" y="3557016"/>
            <a:ext cx="640080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54480" y="3630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95935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classes 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1005840"/>
            <a:ext cx="82296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 rot="5400000">
            <a:off x="8019288" y="2103120"/>
            <a:ext cx="777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functional modules powering the system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epics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64008" cy="10058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14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1033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Login </a:t>
            </a:r>
            <a:r>
              <a:rPr lang="en-US" sz="1300" b="1" dirty="0" err="1"/>
              <a:t>Authendication</a:t>
            </a:r>
            <a:r>
              <a:rPr lang="en-IN" sz="1300" dirty="0"/>
              <a:t>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960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3163824" y="960120"/>
            <a:ext cx="6400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14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1033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Student Information Management</a:t>
            </a:r>
            <a:r>
              <a:rPr lang="en-IN" sz="1300" dirty="0"/>
              <a:t>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attendance, leave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96012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960120"/>
            <a:ext cx="64008" cy="1005840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014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1033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Course and Curriculum Management</a:t>
            </a:r>
            <a:r>
              <a:rPr lang="en-IN" sz="1300" dirty="0"/>
              <a:t>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enroll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121408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182880" y="2121408"/>
            <a:ext cx="64008" cy="1005840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Faculty Management</a:t>
            </a:r>
            <a:r>
              <a:rPr lang="en-IN" sz="1300" dirty="0"/>
              <a:t>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course view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63824" y="2121408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63824" y="2121408"/>
            <a:ext cx="64008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840480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/>
              <a:t>Timetable Management</a:t>
            </a:r>
            <a:r>
              <a:rPr lang="en-IN" sz="1300" dirty="0"/>
              <a:t> 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notifications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44768" y="2121408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6144768" y="2121408"/>
            <a:ext cx="64008" cy="100584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21424" y="21945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B2A4A"/>
                </a:solidFill>
                <a:ea typeface="Calibri" pitchFamily="34" charset="-122"/>
                <a:cs typeface="Calibri" pitchFamily="34" charset="-120"/>
              </a:rPr>
              <a:t>Exam &amp; Results </a:t>
            </a:r>
            <a:r>
              <a:rPr lang="en-US" sz="1300" b="1" dirty="0"/>
              <a:t>Management</a:t>
            </a:r>
            <a:r>
              <a:rPr lang="en-IN" sz="1300" dirty="0"/>
              <a:t> 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72784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marks, grades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3282696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3282696"/>
            <a:ext cx="64008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59536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Management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10896" y="3904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Role/user-targeted alerts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63824" y="3282696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63824" y="3282696"/>
            <a:ext cx="64008" cy="1005840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840480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91840" y="3904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borrow &amp; return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44768" y="3282696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4768" y="3282696"/>
            <a:ext cx="64008" cy="1005840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3337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821424" y="33558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272784" y="3904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Faculty · Student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Permissions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788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" y="14630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536192"/>
            <a:ext cx="2651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 &amp; faculty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courses to faculty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exams &amp; publish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timetables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library books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dashboards &amp; generate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88920" cy="50292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98755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36392" y="14630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27832" y="1536192"/>
            <a:ext cx="2651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&amp; update student attendance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upload student marks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assignments &amp; study materials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teaching timetable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leave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class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library books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2788920" cy="502920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98755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9904" y="146304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536192"/>
            <a:ext cx="26517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courses &amp; materials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class timetable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exam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attendance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leave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personal profile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&amp; return library books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— 15 tables with foreign-key relationships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&amp; Relationships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cms_db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54864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9728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1005840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09728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1005840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1005840"/>
            <a:ext cx="54864" cy="475488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09728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005840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94960" y="1005840"/>
            <a:ext cx="54864" cy="475488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09728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005840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005840"/>
            <a:ext cx="54864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1097280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1618488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1618488"/>
            <a:ext cx="54864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17099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1618488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920240" y="1618488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9968" y="17099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1618488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0" y="1618488"/>
            <a:ext cx="54864" cy="475488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17099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94960" y="1618488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94960" y="1618488"/>
            <a:ext cx="54864" cy="475488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7099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1618488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0" y="1618488"/>
            <a:ext cx="54864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17099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80" y="2231136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2231136"/>
            <a:ext cx="54864" cy="475488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23225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920240" y="2231136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920240" y="2231136"/>
            <a:ext cx="54864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23225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0" y="2231136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0" y="2231136"/>
            <a:ext cx="54864" cy="475488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23225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94960" y="2231136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394960" y="2231136"/>
            <a:ext cx="54864" cy="475488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04688" y="23225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borrow_records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32320" y="2231136"/>
            <a:ext cx="166420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381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132320" y="2231136"/>
            <a:ext cx="54864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23225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82880" y="4251960"/>
            <a:ext cx="877824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3251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→ 1 role   |   1 course → 1 faculty   |   1 student → many courses   |   1 course → many exams   |   Foreign keys enforced with CASCADE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8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C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· Security · Usability · Reliability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55448"/>
            <a:ext cx="338328" cy="338328"/>
          </a:xfrm>
          <a:prstGeom prst="ellipse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1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of the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42062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4206240" cy="153689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490472"/>
            <a:ext cx="4069080" cy="1463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responds quickly to user inputs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SQL queries for fast data retrieval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42062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241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206240" cy="153689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490472"/>
            <a:ext cx="4069080" cy="1463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using email &amp; password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only access permitted 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3063591"/>
            <a:ext cx="4206240" cy="4572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27599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" y="3506723"/>
            <a:ext cx="4206240" cy="14813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452563"/>
            <a:ext cx="4069080" cy="153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console 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navigation for all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and confirmation messages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049523"/>
            <a:ext cx="4206240" cy="457200"/>
          </a:xfrm>
          <a:prstGeom prst="rect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123379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17720" y="3520791"/>
            <a:ext cx="4206240" cy="146726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663440" y="3602031"/>
            <a:ext cx="4069080" cy="1386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via DB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relationships prevent orphan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enrollment prevention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8A8A"/>
          </a:solidFill>
          <a:ln w="12700">
            <a:solidFill>
              <a:srgbClr val="0D8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Management System  |  Console-Based Java Application with MySQL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601</Words>
  <Application>Microsoft Office PowerPoint</Application>
  <PresentationFormat>On-screen Show (16:9)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Management System</dc:title>
  <dc:subject>PptxGenJS Presentation</dc:subject>
  <dc:creator>PptxGenJS</dc:creator>
  <cp:lastModifiedBy>HARITHA S R</cp:lastModifiedBy>
  <cp:revision>3</cp:revision>
  <dcterms:created xsi:type="dcterms:W3CDTF">2026-04-09T15:17:52Z</dcterms:created>
  <dcterms:modified xsi:type="dcterms:W3CDTF">2026-04-10T04:08:54Z</dcterms:modified>
</cp:coreProperties>
</file>